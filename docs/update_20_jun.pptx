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E048-568C-A230-D404-CF1CCD869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43FDC-8A0F-C93F-2A29-387F8F117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5F671-0A77-EA38-2025-6F9391DF7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2720A-7462-DF2E-BFD8-522FE4EE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AF70D-C91A-16B8-68C0-D99681BA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9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D864-3359-9DC6-FCAC-BC57CC85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1805D-CDCC-1D72-47BA-868E8A5E1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83EF1-F0F9-694B-B551-D2FB1455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3CA65-DAFB-8FAE-1003-AE1598BA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EC7E9-1672-7EEC-58BA-A5EEC93A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7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6243-5116-111D-57CA-325AF358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164D2-3EEA-A394-7DBF-BA758BD79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05FB5-BCFE-E086-2D54-9DAFFA2F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C809-59E5-A15A-527A-7263221C3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2D87-D75E-DA67-50B9-0DA6D1D1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1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4B1E-10E7-1846-0CEB-D2BE11CB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470BC-FB0C-7CD2-6AAD-B8BFB517E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A4197-1F7A-D47C-F19A-1530283FD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262C4-A621-ACD2-F166-7A1D52A3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B6921-0EB5-E1C8-9D67-3353F1F2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C335E-FAB5-6D51-C80A-8DFD52BD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1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7373-DC5C-CF8F-E9ED-3E6425CEE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71AA2-C9B5-4D3D-C7FD-C93D214E4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6C5E-D4A6-827A-9B3C-6F01E9F35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A94336-7E38-429B-8ACD-BB8B640772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768E94-4D4E-5BDF-31BA-77D153F7B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AD4799-2A05-C358-CC31-D468214F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03DBF4-2222-8067-551D-07609AAE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F10B8-6287-1624-7660-24F68F89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6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E2B2-E6E2-2B52-7835-CBA40776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6DC2A-EA96-D5C6-885B-56D5AD2B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9007-D4F1-6891-54B8-359BE69D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19470-F4FE-BB97-1604-F9D5F44D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4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E338C-D5CA-F828-527E-A64A92403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7076F-EAF5-7263-FBDC-9AB3C0D5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C571E-8407-1998-412A-BE25BA23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6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7EBA-28B7-20A2-C082-7BD78D9D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AE476-F1BA-653B-B0B2-8AAC3CE9B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D36A3-0B57-E444-5851-8AD2DC6A2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370F2-CBE5-6FB8-5B31-5AB5DF30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76513-7A90-B007-D448-1C7BC7BF5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9EAB3-DDFF-4DE6-B29D-BE643D23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69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B4C5-2892-941E-B314-9C514E5F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12F278-3072-EAE8-39D2-3468C6EB0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C84FB-C0C2-3675-735F-D5A2CE186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71C78-582B-10DB-A1C8-65DC31CA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072C5-737F-E7B5-90A4-80DF679B0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363A1-3911-9455-A4E1-F06750D0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6FC3-0EF5-3B85-C48C-62A8F14A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70E9C-1A00-4082-82AF-258956904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8EF08-9D55-ED42-0D2A-D41744104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C8812-B1DE-89E8-175D-5F6A1867C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4B7A6-06BE-9452-218C-B404362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3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C60CF-6BA5-80D4-629F-EFDBDA3E0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8A169-6F5D-3662-7DC4-661AB2539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2F986-1E32-DBE7-DBEB-C2535D4D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B13B0-8B17-B0F2-E112-119D8CC0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66D2D-1C36-CC1C-6562-FF3C8E3B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9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EB675D-FAFB-9E15-D09C-48D7B7BA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689B4-CCB8-B809-595C-8D6193B2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C5A89-F96F-649A-9CA6-0F36AD0A9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57BA1-E7E1-384C-A4A3-DCCB6D111D1D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CC2E4-6ECB-C685-0454-F9D27CBBA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1B008-C6C3-D1DC-FBCD-138EBB9D7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9231F-E971-0541-AA34-6A39D13FA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9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CF405B-7A7A-FD2B-B0E3-26C248D830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6B2C7A-88C1-47F2-1A74-6BBEB1A7D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54" y="951470"/>
            <a:ext cx="11174592" cy="450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12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9E13-49A2-7290-F0A6-6DE46C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91C0C-26E4-EA7F-B56F-DCF0EE612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A71887-7C35-FA9F-368A-15A3596B5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27" y="486348"/>
            <a:ext cx="11232292" cy="507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034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9E3B-A58E-CB79-8745-E0677E62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R^2, Slope, MAPD, </a:t>
            </a:r>
            <a:r>
              <a:rPr lang="en-US" dirty="0" err="1"/>
              <a:t>MAvD</a:t>
            </a:r>
            <a:r>
              <a:rPr lang="en-US" dirty="0"/>
              <a:t>, RMSE to decide which correction works best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B8D9E-865D-D6EB-CE2B-3C853C449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 performance based on each metric and then choose the procedure with the lowest mean rank</a:t>
            </a:r>
          </a:p>
          <a:p>
            <a:r>
              <a:rPr lang="en-US" dirty="0" err="1"/>
              <a:t>Acolite</a:t>
            </a:r>
            <a:r>
              <a:rPr lang="en-US" dirty="0"/>
              <a:t> for SD (although not much difference!)</a:t>
            </a:r>
          </a:p>
          <a:p>
            <a:r>
              <a:rPr lang="en-US" dirty="0"/>
              <a:t>C2RCC_CX for S2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99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D34EB73-FF6E-ACD4-AC41-9A57B2815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20" y="681037"/>
            <a:ext cx="9092218" cy="545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38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882B-74A2-0FA5-3061-C5B2E8DA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7FA8-2B64-659B-B037-201C43392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68D80D-3BA2-A453-E90B-EFA51EC20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317500"/>
            <a:ext cx="10375900" cy="622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44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90A2-6857-AAFF-C153-9D739CF88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8961"/>
            <a:ext cx="10515600" cy="5966553"/>
          </a:xfrm>
        </p:spPr>
        <p:txBody>
          <a:bodyPr>
            <a:normAutofit/>
          </a:bodyPr>
          <a:lstStyle/>
          <a:p>
            <a:r>
              <a:rPr lang="en-US" dirty="0"/>
              <a:t>All </a:t>
            </a:r>
            <a:r>
              <a:rPr lang="en-US" dirty="0" err="1"/>
              <a:t>chl</a:t>
            </a:r>
            <a:r>
              <a:rPr lang="en-US" dirty="0"/>
              <a:t>-a algorithms work (to some extent) with Sentinel 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Only OC3 works for Planet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OC3 best for Sentinel 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Same metrics (in </a:t>
            </a:r>
            <a:r>
              <a:rPr lang="en-US" dirty="0" err="1"/>
              <a:t>logspace</a:t>
            </a:r>
            <a:r>
              <a:rPr lang="en-US" dirty="0"/>
              <a:t>) used for evaluation</a:t>
            </a:r>
          </a:p>
        </p:txBody>
      </p:sp>
    </p:spTree>
    <p:extLst>
      <p:ext uri="{BB962C8B-B14F-4D97-AF65-F5344CB8AC3E}">
        <p14:creationId xmlns:p14="http://schemas.microsoft.com/office/powerpoint/2010/main" val="566503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C92A1E2D-7966-1DE0-C7D4-BAD07EA3F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9" y="612186"/>
            <a:ext cx="9684436" cy="540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4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7A46-88EA-960A-3639-36188AD9C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Blooms below / above threshold?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3E1A9-BD3B-548E-FBD9-C43475CDE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Threshold hard to define from literature</a:t>
            </a:r>
          </a:p>
          <a:p>
            <a:pPr lvl="1"/>
            <a:r>
              <a:rPr lang="en-US" dirty="0"/>
              <a:t>SEPA use 100000 cells/ml, but hard to convert </a:t>
            </a:r>
            <a:r>
              <a:rPr lang="en-US" dirty="0" err="1"/>
              <a:t>chla</a:t>
            </a:r>
            <a:r>
              <a:rPr lang="en-US" dirty="0"/>
              <a:t> to cells/ml</a:t>
            </a:r>
          </a:p>
          <a:p>
            <a:r>
              <a:rPr lang="en-US" dirty="0"/>
              <a:t>Percentile approach?</a:t>
            </a:r>
          </a:p>
          <a:p>
            <a:pPr lvl="1"/>
            <a:r>
              <a:rPr lang="en-US" dirty="0"/>
              <a:t>66.666% percentile of the </a:t>
            </a:r>
            <a:r>
              <a:rPr lang="en-US" dirty="0" err="1"/>
              <a:t>insitu</a:t>
            </a:r>
            <a:r>
              <a:rPr lang="en-US" dirty="0"/>
              <a:t> </a:t>
            </a:r>
            <a:r>
              <a:rPr lang="en-US" dirty="0" err="1"/>
              <a:t>chla</a:t>
            </a:r>
            <a:r>
              <a:rPr lang="en-US" dirty="0"/>
              <a:t> data is 21.7 ug/L</a:t>
            </a:r>
          </a:p>
          <a:p>
            <a:pPr lvl="1"/>
            <a:r>
              <a:rPr lang="en-US" dirty="0"/>
              <a:t>If I use this then I get:</a:t>
            </a:r>
          </a:p>
          <a:p>
            <a:pPr lvl="1"/>
            <a:r>
              <a:rPr lang="en-US" dirty="0"/>
              <a:t>Planet: F1_score = 0.93</a:t>
            </a:r>
          </a:p>
          <a:p>
            <a:pPr lvl="1"/>
            <a:r>
              <a:rPr lang="en-US" dirty="0"/>
              <a:t>Sentinel_2 F1_score = 0.85</a:t>
            </a:r>
          </a:p>
          <a:p>
            <a:r>
              <a:rPr lang="en-US" dirty="0"/>
              <a:t>Possibly a bit arbitrary, and as I’m testing on the same data that the models were fitted to, I’m not sure how useful this is.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56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C4A8DBC7-5880-D242-5725-12F66EC34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27" y="329768"/>
            <a:ext cx="10237745" cy="619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5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C3978AD5-3B5C-F103-AB98-B6379667D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51" y="1680519"/>
            <a:ext cx="11558310" cy="3182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68E12-296A-8771-3E54-131BAE1E5361}"/>
              </a:ext>
            </a:extLst>
          </p:cNvPr>
          <p:cNvSpPr txBox="1"/>
          <p:nvPr/>
        </p:nvSpPr>
        <p:spPr>
          <a:xfrm>
            <a:off x="2335427" y="5226908"/>
            <a:ext cx="5373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 – ‘verified bloom’ according to Bloomin Algae App</a:t>
            </a:r>
          </a:p>
          <a:p>
            <a:r>
              <a:rPr lang="en-US" dirty="0"/>
              <a:t>SEPA – bloom definition is &gt;100,000 cells/ml</a:t>
            </a:r>
          </a:p>
        </p:txBody>
      </p:sp>
    </p:spTree>
    <p:extLst>
      <p:ext uri="{BB962C8B-B14F-4D97-AF65-F5344CB8AC3E}">
        <p14:creationId xmlns:p14="http://schemas.microsoft.com/office/powerpoint/2010/main" val="3232541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17140</TotalTime>
  <Words>201</Words>
  <Application>Microsoft Macintosh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Use R^2, Slope, MAPD, MAvD, RMSE to decide which correction works best</vt:lpstr>
      <vt:lpstr>PowerPoint Presentation</vt:lpstr>
      <vt:lpstr>PowerPoint Presentation</vt:lpstr>
      <vt:lpstr>All chl-a algorithms work (to some extent) with Sentinel 2  Only OC3 works for Planet  OC3 best for Sentinel 2  Same metrics (in logspace) used for evaluation</vt:lpstr>
      <vt:lpstr>PowerPoint Presentation</vt:lpstr>
      <vt:lpstr>Blooms below / above threshold?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Atton Beckmann</dc:creator>
  <cp:lastModifiedBy>Daniel Atton Beckmann</cp:lastModifiedBy>
  <cp:revision>2</cp:revision>
  <dcterms:created xsi:type="dcterms:W3CDTF">2024-06-20T11:56:54Z</dcterms:created>
  <dcterms:modified xsi:type="dcterms:W3CDTF">2024-07-02T09:37:34Z</dcterms:modified>
</cp:coreProperties>
</file>